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71" r:id="rId3"/>
    <p:sldId id="272" r:id="rId4"/>
    <p:sldId id="26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474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F3935-1DA6-46B7-9D68-A40B4F7F61C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9F5338-AEC8-456C-9E14-F98FD34C7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691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72AA5-2CE1-D985-4292-C965157BB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81DBF2-B28A-CD8E-A19B-8A6911956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B71D0C-E9C7-B50D-7143-21C102B04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301CE-938E-C530-E5A4-91C435821C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9F5338-AEC8-456C-9E14-F98FD34C702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73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7779F-2858-9A99-74F3-F919B0984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2729DB-E980-E28A-2B3E-567C42BD3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72BCC5-0347-CC04-FAD4-8523D2300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25C32-C874-44E1-A40B-C9A238533C6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C3F0B5-25B8-3C73-4C45-FC93AF29B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6BA198-1CF3-EDA3-759F-D386ACB83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C5962-481B-4018-B2D2-3D3BEF48E0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32A75-5366-9D85-D512-90409AFBB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21064D-6848-211E-3B2A-098509282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0C2B92-072C-3E54-5223-FF82EB161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25C32-C874-44E1-A40B-C9A238533C6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78248F-6B51-EAF5-DA1E-C08A52A11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561F97-A53A-2100-3867-0439BFFA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C5962-481B-4018-B2D2-3D3BEF48E0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81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B90E8-48DD-6442-AB91-30C4CC3FF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8C7C62-6A5D-9C41-1C41-AD80AB811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AB7510-A03C-6A8F-5285-38A18E9D8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25C32-C874-44E1-A40B-C9A238533C6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702E01-7786-CCF3-EBA7-4092119A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A4270-0662-8621-E461-31B7A0BD9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C5962-481B-4018-B2D2-3D3BEF48E0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121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D4C67-5564-F490-8C20-2CF17FBC4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FB4B63-7BFB-FAFD-248C-764D65CD76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09F672-BC12-7A6F-E980-8B4B66CA8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B25F7D-14CF-D604-2ECB-D48D7E5C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25C32-C874-44E1-A40B-C9A238533C6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A2A04B-D684-40EE-F1D2-316C3D1CC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13257D-ABC1-45A5-F3C1-E505207C0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C5962-481B-4018-B2D2-3D3BEF48E0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03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50E46-FCC9-16E9-037D-A22519E79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3CE256-D32D-BC1B-D1B6-EC146A353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8EEB0D-21F5-AA14-A2F5-D63EC4DDB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A2F18E-0679-3A8C-5C78-FFC66CC37D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AC6910-49AE-52AD-2D0E-30EAF8125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EF27E96-DB0E-D93A-6319-05ABAC97E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25C32-C874-44E1-A40B-C9A238533C6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EBF0D5-26C8-D3B6-FF84-C395E495E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8D706F-C0F8-0A7F-D252-9B96FA7B3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C5962-481B-4018-B2D2-3D3BEF48E0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531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C10C16-5C42-29C6-528A-3404711A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95B59D0-DD3E-DC37-2A54-25B02EDFF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25C32-C874-44E1-A40B-C9A238533C6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053BA6-2FC6-9CF6-16B0-531BF14A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834EC7-1D5D-36C5-ADA0-0D16ED6D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C5962-481B-4018-B2D2-3D3BEF48E0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46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22F21BD-0111-89D4-C8CD-801D0163D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25C32-C874-44E1-A40B-C9A238533C6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48A828-4DBC-DD50-6EFC-42C8F3D5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5DEA91-EA7C-11BD-85A6-46E8B40D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C5962-481B-4018-B2D2-3D3BEF48E0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97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113FE-9388-C352-B9A3-E47DA0519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CAB5F3-D916-6863-8944-088605D7E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C78380-4774-43D1-C760-9FD7C2293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59B513-A992-9C27-E370-B3316266D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25C32-C874-44E1-A40B-C9A238533C6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26FC2F-08FD-0D95-94ED-789B970DE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3D8353-2430-B0A8-DBEF-34758CBB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C5962-481B-4018-B2D2-3D3BEF48E0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725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11A52-616A-7A53-C833-3FDEE342C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ED624D-D264-C7FE-B36E-C3E15EC884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4E7FCD-9D0A-3C2E-D025-B8C6E7904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B15454-1CF6-98BE-E622-9E48DD304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25C32-C874-44E1-A40B-C9A238533C6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4679C8-094D-1897-72F7-875E85112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419603-EEBB-F87D-A265-21ACBD8A8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C5962-481B-4018-B2D2-3D3BEF48E0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160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AF5CE5-FD70-CEC4-41C1-B6926FE60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784632-3ADC-F0FF-A7A0-3F79C336D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DECFB0-F993-3FFE-E7D6-64A34E10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25C32-C874-44E1-A40B-C9A238533C6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71FBA7-FB05-B2DE-A4CF-95F0425BC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01D4A2-4A3C-0D0A-5C03-9306A457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C5962-481B-4018-B2D2-3D3BEF48E0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70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7A7284-40D4-FE0B-4B81-FCFB1DA4D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60BB32-243E-0B71-F255-E056FF999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E07A42-5444-7FF5-599D-AB717B7F6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25C32-C874-44E1-A40B-C9A238533C6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622332-FF1E-1B58-C0A7-72CC826E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27569B-ACC8-A2D2-2082-1EB8B019A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C5962-481B-4018-B2D2-3D3BEF48E0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489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879FA73-711D-E289-6E12-BAFC264A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5DDC07-5FC2-537B-EB75-4FBD7C25F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A0047F-3A63-C1BC-A35A-F56DAB500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25C32-C874-44E1-A40B-C9A238533C6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E5442E-E381-A4C0-8596-960977A80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3D4BAB-2C63-9F15-9746-B5E08CB9A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C5962-481B-4018-B2D2-3D3BEF48E0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893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deo thumbnail">
            <a:extLst>
              <a:ext uri="{FF2B5EF4-FFF2-40B4-BE49-F238E27FC236}">
                <a16:creationId xmlns:a16="http://schemas.microsoft.com/office/drawing/2014/main" id="{BE374D5C-1A88-C87D-1AD4-89D14E5AF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DBCD634-67C2-C9DB-FCDA-20BD1ABEB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9636"/>
            <a:ext cx="9144000" cy="2387600"/>
          </a:xfrm>
        </p:spPr>
        <p:txBody>
          <a:bodyPr/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2D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</a:t>
            </a:r>
            <a:b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차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D19A82-AFD1-BA73-BC4B-F922EEDEA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2110" y="4772602"/>
            <a:ext cx="2937164" cy="1655762"/>
          </a:xfrm>
        </p:spPr>
        <p:txBody>
          <a:bodyPr/>
          <a:lstStyle/>
          <a:p>
            <a:pPr algn="r"/>
            <a:r>
              <a:rPr lang="ko-KR" altLang="en-US" dirty="0"/>
              <a:t>프로젝트 </a:t>
            </a:r>
            <a:r>
              <a:rPr lang="en-US" altLang="ko-KR" dirty="0"/>
              <a:t>2</a:t>
            </a:r>
            <a:r>
              <a:rPr lang="ko-KR" altLang="en-US" dirty="0"/>
              <a:t>차 발표</a:t>
            </a:r>
            <a:endParaRPr lang="en-US" altLang="ko-KR" dirty="0"/>
          </a:p>
          <a:p>
            <a:pPr algn="r"/>
            <a:r>
              <a:rPr lang="en-US" altLang="ko-KR" dirty="0"/>
              <a:t>2024184016 </a:t>
            </a:r>
            <a:r>
              <a:rPr lang="ko-KR" altLang="en-US" dirty="0"/>
              <a:t>안병규</a:t>
            </a:r>
          </a:p>
        </p:txBody>
      </p:sp>
    </p:spTree>
    <p:extLst>
      <p:ext uri="{BB962C8B-B14F-4D97-AF65-F5344CB8AC3E}">
        <p14:creationId xmlns:p14="http://schemas.microsoft.com/office/powerpoint/2010/main" val="2671532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E541E-CAF4-4A2E-A8F2-EA337FD0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deo thumbnail">
            <a:extLst>
              <a:ext uri="{FF2B5EF4-FFF2-40B4-BE49-F238E27FC236}">
                <a16:creationId xmlns:a16="http://schemas.microsoft.com/office/drawing/2014/main" id="{95AD9048-6A90-CB16-C68A-9B970DD43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700F6BB-D7A0-AB52-0ED1-C35131DBC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1244" y="73801"/>
            <a:ext cx="6809509" cy="865329"/>
          </a:xfrm>
        </p:spPr>
        <p:txBody>
          <a:bodyPr>
            <a:normAutofit/>
          </a:bodyPr>
          <a:lstStyle/>
          <a:p>
            <a:r>
              <a:rPr lang="ko-KR" alt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개발 진행 상황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6E54014F-45E6-B877-35A1-3B026102FCFA}"/>
              </a:ext>
            </a:extLst>
          </p:cNvPr>
          <p:cNvSpPr txBox="1">
            <a:spLocks/>
          </p:cNvSpPr>
          <p:nvPr/>
        </p:nvSpPr>
        <p:spPr>
          <a:xfrm>
            <a:off x="748704" y="1731383"/>
            <a:ext cx="10196799" cy="4587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 </a:t>
            </a:r>
            <a:r>
              <a:rPr lang="ko-KR" altLang="en-US" dirty="0"/>
              <a:t> 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D86652E-3A3C-ACA8-F85C-7FA5AFD1B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757472"/>
              </p:ext>
            </p:extLst>
          </p:nvPr>
        </p:nvGraphicFramePr>
        <p:xfrm>
          <a:off x="748704" y="939130"/>
          <a:ext cx="10862658" cy="5320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36">
                  <a:extLst>
                    <a:ext uri="{9D8B030D-6E8A-4147-A177-3AD203B41FA5}">
                      <a16:colId xmlns:a16="http://schemas.microsoft.com/office/drawing/2014/main" val="1007644275"/>
                    </a:ext>
                  </a:extLst>
                </a:gridCol>
                <a:gridCol w="1297419">
                  <a:extLst>
                    <a:ext uri="{9D8B030D-6E8A-4147-A177-3AD203B41FA5}">
                      <a16:colId xmlns:a16="http://schemas.microsoft.com/office/drawing/2014/main" val="2102033048"/>
                    </a:ext>
                  </a:extLst>
                </a:gridCol>
                <a:gridCol w="6027222">
                  <a:extLst>
                    <a:ext uri="{9D8B030D-6E8A-4147-A177-3AD203B41FA5}">
                      <a16:colId xmlns:a16="http://schemas.microsoft.com/office/drawing/2014/main" val="3572305571"/>
                    </a:ext>
                  </a:extLst>
                </a:gridCol>
                <a:gridCol w="2044281">
                  <a:extLst>
                    <a:ext uri="{9D8B030D-6E8A-4147-A177-3AD203B41FA5}">
                      <a16:colId xmlns:a16="http://schemas.microsoft.com/office/drawing/2014/main" val="1549300466"/>
                    </a:ext>
                  </a:extLst>
                </a:gridCol>
              </a:tblGrid>
              <a:tr h="2584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진행률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975395"/>
                  </a:ext>
                </a:extLst>
              </a:tr>
              <a:tr h="25845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1</a:t>
                      </a:r>
                      <a:r>
                        <a:rPr lang="ko-KR" altLang="en-US" sz="1500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계획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/>
                        <a:t>리소스 수집 및 플레이어 클래스 설계</a:t>
                      </a:r>
                      <a:endParaRPr lang="en-US" altLang="ko-KR" sz="15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274453"/>
                  </a:ext>
                </a:extLst>
              </a:tr>
              <a:tr h="258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결과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highlight>
                            <a:srgbClr val="FFFF00"/>
                          </a:highlight>
                        </a:rPr>
                        <a:t>리소스 수집 및 플레이어 클래스 설계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428664"/>
                  </a:ext>
                </a:extLst>
              </a:tr>
              <a:tr h="25845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500"/>
                        <a:t>2</a:t>
                      </a:r>
                      <a:r>
                        <a:rPr lang="ko-KR" altLang="en-US" sz="1500"/>
                        <a:t>주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계획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플레이어 걷기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달리기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공격 </a:t>
                      </a:r>
                      <a:r>
                        <a:rPr lang="en-US" altLang="ko-KR" sz="1500"/>
                        <a:t>(</a:t>
                      </a:r>
                      <a:r>
                        <a:rPr lang="ko-KR" altLang="en-US" sz="1500"/>
                        <a:t>콤보</a:t>
                      </a:r>
                      <a:r>
                        <a:rPr lang="en-US" altLang="ko-KR" sz="1500"/>
                        <a:t>)</a:t>
                      </a:r>
                      <a:r>
                        <a:rPr lang="ko-KR" altLang="en-US" sz="1500"/>
                        <a:t> 구현</a:t>
                      </a:r>
                      <a:endParaRPr lang="ko-KR" altLang="en-US" sz="15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77786"/>
                  </a:ext>
                </a:extLst>
              </a:tr>
              <a:tr h="258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결과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highlight>
                            <a:srgbClr val="FFFF00"/>
                          </a:highlight>
                        </a:rPr>
                        <a:t>플레이어 걷기</a:t>
                      </a:r>
                      <a:r>
                        <a:rPr lang="en-US" altLang="ko-KR" sz="1500" dirty="0">
                          <a:highlight>
                            <a:srgbClr val="FFFF00"/>
                          </a:highlight>
                        </a:rPr>
                        <a:t>, </a:t>
                      </a:r>
                      <a:r>
                        <a:rPr lang="ko-KR" altLang="en-US" sz="1500" dirty="0">
                          <a:highlight>
                            <a:srgbClr val="FFFF00"/>
                          </a:highlight>
                        </a:rPr>
                        <a:t>달리기</a:t>
                      </a:r>
                      <a:r>
                        <a:rPr lang="en-US" altLang="ko-KR" sz="1500" dirty="0">
                          <a:highlight>
                            <a:srgbClr val="FFFF00"/>
                          </a:highlight>
                        </a:rPr>
                        <a:t>, </a:t>
                      </a:r>
                      <a:r>
                        <a:rPr lang="ko-KR" altLang="en-US" sz="1500" dirty="0">
                          <a:highlight>
                            <a:srgbClr val="FFFF00"/>
                          </a:highlight>
                        </a:rPr>
                        <a:t>일부 콤보 공격 구현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032841"/>
                  </a:ext>
                </a:extLst>
              </a:tr>
              <a:tr h="33557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500"/>
                        <a:t>3</a:t>
                      </a:r>
                      <a:r>
                        <a:rPr lang="ko-KR" altLang="en-US" sz="1500"/>
                        <a:t>주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계획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/>
                        <a:t>근거리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원거리 공격 몬스터 클래스 설계 및 기본 몬스터 구현</a:t>
                      </a:r>
                      <a:endParaRPr lang="en-US" altLang="ko-KR" sz="15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585488"/>
                  </a:ext>
                </a:extLst>
              </a:tr>
              <a:tr h="258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결과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dirty="0">
                          <a:highlight>
                            <a:srgbClr val="FFFF00"/>
                          </a:highlight>
                        </a:rPr>
                        <a:t>근거리</a:t>
                      </a:r>
                      <a:r>
                        <a:rPr lang="en-US" altLang="ko-KR" sz="1500" dirty="0">
                          <a:highlight>
                            <a:srgbClr val="FFFF00"/>
                          </a:highlight>
                        </a:rPr>
                        <a:t>, </a:t>
                      </a:r>
                      <a:r>
                        <a:rPr lang="ko-KR" altLang="en-US" sz="1500" dirty="0">
                          <a:highlight>
                            <a:srgbClr val="FFFF00"/>
                          </a:highlight>
                        </a:rPr>
                        <a:t>원거리 공격 몬스터 클래스 설계 및 기본 몬스터 구현</a:t>
                      </a:r>
                      <a:endParaRPr lang="en-US" altLang="ko-KR" sz="15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305753"/>
                  </a:ext>
                </a:extLst>
              </a:tr>
              <a:tr h="32140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4</a:t>
                      </a:r>
                      <a:r>
                        <a:rPr lang="ko-KR" altLang="en-US" sz="1500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/>
                        <a:t>근거리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원거리 공격 몬스터 구현 및 보스 몬스터 설계</a:t>
                      </a:r>
                      <a:r>
                        <a:rPr lang="en-US" altLang="ko-KR" sz="1500" dirty="0"/>
                        <a:t> </a:t>
                      </a:r>
                      <a:endParaRPr lang="ko-KR" altLang="en-US" sz="15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66049"/>
                  </a:ext>
                </a:extLst>
              </a:tr>
              <a:tr h="258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결과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dirty="0">
                          <a:highlight>
                            <a:srgbClr val="FFFF00"/>
                          </a:highlight>
                        </a:rPr>
                        <a:t>근거리</a:t>
                      </a:r>
                      <a:r>
                        <a:rPr lang="en-US" altLang="ko-KR" sz="1500" dirty="0">
                          <a:highlight>
                            <a:srgbClr val="FFFF00"/>
                          </a:highlight>
                        </a:rPr>
                        <a:t>, </a:t>
                      </a:r>
                      <a:r>
                        <a:rPr lang="ko-KR" altLang="en-US" sz="1500" dirty="0">
                          <a:highlight>
                            <a:srgbClr val="FFFF00"/>
                          </a:highlight>
                        </a:rPr>
                        <a:t>원거리 공격 몬스터 구현 및 보스 몬스터 설계</a:t>
                      </a:r>
                      <a:r>
                        <a:rPr lang="en-US" altLang="ko-KR" sz="1500" dirty="0">
                          <a:highlight>
                            <a:srgbClr val="FFFF00"/>
                          </a:highlight>
                        </a:rPr>
                        <a:t> </a:t>
                      </a:r>
                      <a:endParaRPr lang="ko-KR" altLang="en-US" sz="15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280033"/>
                  </a:ext>
                </a:extLst>
              </a:tr>
              <a:tr h="2584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5</a:t>
                      </a:r>
                      <a:r>
                        <a:rPr lang="ko-KR" altLang="en-US" sz="1500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계획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dirty="0"/>
                        <a:t>보스 몬스터 구현</a:t>
                      </a:r>
                      <a:endParaRPr lang="en-US" altLang="ko-KR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556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/>
                        <a:t>6</a:t>
                      </a:r>
                      <a:r>
                        <a:rPr lang="ko-KR" altLang="en-US" sz="1500"/>
                        <a:t>주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계획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dirty="0"/>
                        <a:t>플레이어 상호작용 구현 및 충돌처리</a:t>
                      </a:r>
                      <a:endParaRPr lang="en-US" altLang="ko-KR" sz="1500" dirty="0"/>
                    </a:p>
                    <a:p>
                      <a:pPr latinLnBrk="1"/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621435"/>
                  </a:ext>
                </a:extLst>
              </a:tr>
              <a:tr h="2584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/>
                        <a:t>7</a:t>
                      </a:r>
                      <a:r>
                        <a:rPr lang="ko-KR" altLang="en-US" sz="1500"/>
                        <a:t>주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계획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플레이어 상호작용 구현 및 충돌처리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300500"/>
                  </a:ext>
                </a:extLst>
              </a:tr>
              <a:tr h="452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/>
                        <a:t>8</a:t>
                      </a:r>
                      <a:r>
                        <a:rPr lang="ko-KR" altLang="en-US" sz="1500"/>
                        <a:t>주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계획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dirty="0"/>
                        <a:t>음향 처리 및 이펙트 처리</a:t>
                      </a:r>
                      <a:endParaRPr lang="en-US" altLang="ko-KR" sz="1500" dirty="0"/>
                    </a:p>
                    <a:p>
                      <a:pPr latinLnBrk="1"/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158153"/>
                  </a:ext>
                </a:extLst>
              </a:tr>
              <a:tr h="452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/>
                        <a:t>9</a:t>
                      </a:r>
                      <a:r>
                        <a:rPr lang="ko-KR" altLang="en-US" sz="1500"/>
                        <a:t>주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계획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dirty="0"/>
                        <a:t>게임 테스트 및 버그 수정</a:t>
                      </a:r>
                      <a:endParaRPr lang="en-US" altLang="ko-KR" sz="1500" dirty="0"/>
                    </a:p>
                    <a:p>
                      <a:pPr latinLnBrk="1"/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883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624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4DDEC-2861-1BE3-382A-4218D2A0A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deo thumbnail">
            <a:extLst>
              <a:ext uri="{FF2B5EF4-FFF2-40B4-BE49-F238E27FC236}">
                <a16:creationId xmlns:a16="http://schemas.microsoft.com/office/drawing/2014/main" id="{55FDFC8C-14BD-D364-3A39-4B2DD6CC3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196FFC5-BFC0-3FBC-1EA5-E4DB8B55D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1243" y="403849"/>
            <a:ext cx="6809509" cy="865329"/>
          </a:xfrm>
        </p:spPr>
        <p:txBody>
          <a:bodyPr>
            <a:normAutofit/>
          </a:bodyPr>
          <a:lstStyle/>
          <a:p>
            <a:r>
              <a:rPr lang="ko-KR" alt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계획 수정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FC475E50-F182-D055-539D-EEE3D3B596D4}"/>
              </a:ext>
            </a:extLst>
          </p:cNvPr>
          <p:cNvSpPr txBox="1">
            <a:spLocks/>
          </p:cNvSpPr>
          <p:nvPr/>
        </p:nvSpPr>
        <p:spPr>
          <a:xfrm>
            <a:off x="748704" y="1731383"/>
            <a:ext cx="10196799" cy="4587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 </a:t>
            </a:r>
            <a:r>
              <a:rPr lang="ko-KR" altLang="en-US" dirty="0"/>
              <a:t> 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E4511F6-4D5A-0E58-EF2C-182BB0C90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749921"/>
              </p:ext>
            </p:extLst>
          </p:nvPr>
        </p:nvGraphicFramePr>
        <p:xfrm>
          <a:off x="1203480" y="1702205"/>
          <a:ext cx="9785036" cy="3917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148">
                  <a:extLst>
                    <a:ext uri="{9D8B030D-6E8A-4147-A177-3AD203B41FA5}">
                      <a16:colId xmlns:a16="http://schemas.microsoft.com/office/drawing/2014/main" val="869154739"/>
                    </a:ext>
                  </a:extLst>
                </a:gridCol>
                <a:gridCol w="4317944">
                  <a:extLst>
                    <a:ext uri="{9D8B030D-6E8A-4147-A177-3AD203B41FA5}">
                      <a16:colId xmlns:a16="http://schemas.microsoft.com/office/drawing/2014/main" val="26873198"/>
                    </a:ext>
                  </a:extLst>
                </a:gridCol>
                <a:gridCol w="4317944">
                  <a:extLst>
                    <a:ext uri="{9D8B030D-6E8A-4147-A177-3AD203B41FA5}">
                      <a16:colId xmlns:a16="http://schemas.microsoft.com/office/drawing/2014/main" val="2371399875"/>
                    </a:ext>
                  </a:extLst>
                </a:gridCol>
              </a:tblGrid>
              <a:tr h="3515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수정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수정 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976227"/>
                  </a:ext>
                </a:extLst>
              </a:tr>
              <a:tr h="449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보스 몬스터 구현</a:t>
                      </a:r>
                      <a:endParaRPr lang="en-US" altLang="ko-K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보스 몬스터 구현 및 </a:t>
                      </a:r>
                      <a:r>
                        <a:rPr lang="ko-KR" altLang="en-US" dirty="0">
                          <a:highlight>
                            <a:srgbClr val="FFFF00"/>
                          </a:highlight>
                        </a:rPr>
                        <a:t>스테이지 제작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140874"/>
                  </a:ext>
                </a:extLst>
              </a:tr>
              <a:tr h="7755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플레이어 상호작용 구현 및 충돌처리</a:t>
                      </a:r>
                      <a:endParaRPr lang="en-US" altLang="ko-KR" sz="1800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플레이어 상호작용 구현 및 충돌처리</a:t>
                      </a:r>
                      <a:r>
                        <a:rPr lang="en-US" altLang="ko-KR" sz="1800" dirty="0"/>
                        <a:t>,</a:t>
                      </a:r>
                    </a:p>
                    <a:p>
                      <a:pPr latinLnBrk="1"/>
                      <a:r>
                        <a:rPr lang="ko-KR" altLang="en-US" dirty="0">
                          <a:highlight>
                            <a:srgbClr val="FFFF00"/>
                          </a:highlight>
                        </a:rPr>
                        <a:t>스테이지 제작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649178"/>
                  </a:ext>
                </a:extLst>
              </a:tr>
              <a:tr h="7755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플레이어 상호작용 구현 및 충돌처리</a:t>
                      </a:r>
                      <a:endParaRPr lang="en-US" altLang="ko-KR" sz="1800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플레이어 상호작용 구현 및 충돌처리</a:t>
                      </a:r>
                      <a:r>
                        <a:rPr lang="en-US" altLang="ko-KR" sz="1800" dirty="0"/>
                        <a:t>,</a:t>
                      </a:r>
                    </a:p>
                    <a:p>
                      <a:pPr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UI </a:t>
                      </a:r>
                      <a:r>
                        <a:rPr lang="ko-KR" altLang="en-US" dirty="0">
                          <a:highlight>
                            <a:srgbClr val="FFFF00"/>
                          </a:highlight>
                        </a:rPr>
                        <a:t>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549804"/>
                  </a:ext>
                </a:extLst>
              </a:tr>
              <a:tr h="7755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음향 처리 및 이펙트 처리</a:t>
                      </a:r>
                      <a:endParaRPr lang="en-US" altLang="ko-KR" sz="1800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음향 처리 및 이펙트 처리</a:t>
                      </a:r>
                      <a:endParaRPr lang="en-US" altLang="ko-KR" sz="1800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124365"/>
                  </a:ext>
                </a:extLst>
              </a:tr>
              <a:tr h="7755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게임 테스트 및 버그 수정</a:t>
                      </a:r>
                      <a:endParaRPr lang="en-US" altLang="ko-KR" sz="1800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게임 테스트 및 버그 수정</a:t>
                      </a:r>
                      <a:endParaRPr lang="en-US" altLang="ko-KR" sz="1800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633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069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F425B-FC9A-70B2-8A8C-00F22439C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deo thumbnail">
            <a:extLst>
              <a:ext uri="{FF2B5EF4-FFF2-40B4-BE49-F238E27FC236}">
                <a16:creationId xmlns:a16="http://schemas.microsoft.com/office/drawing/2014/main" id="{DD6D3150-4143-5BCA-C813-4EFF8B076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9052CA6-D1FC-754A-933C-5B9F005CD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5213" y="331866"/>
            <a:ext cx="6809509" cy="865329"/>
          </a:xfrm>
        </p:spPr>
        <p:txBody>
          <a:bodyPr>
            <a:normAutofit/>
          </a:bodyPr>
          <a:lstStyle/>
          <a:p>
            <a:r>
              <a:rPr lang="ko-KR" alt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깃 허브 통계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7270E78-4151-D4C7-8BB9-F0A53CC2C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576" y="1355762"/>
            <a:ext cx="8536782" cy="514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35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2818</TotalTime>
  <Words>232</Words>
  <Application>Microsoft Office PowerPoint</Application>
  <PresentationFormat>와이드스크린</PresentationFormat>
  <Paragraphs>70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HY견고딕</vt:lpstr>
      <vt:lpstr>Noto Sans KR</vt:lpstr>
      <vt:lpstr>맑은 고딕</vt:lpstr>
      <vt:lpstr>Arial</vt:lpstr>
      <vt:lpstr>Office 테마</vt:lpstr>
      <vt:lpstr>2D 게임 프로그래밍 2차 발표</vt:lpstr>
      <vt:lpstr>개발 진행 상황</vt:lpstr>
      <vt:lpstr>프로젝트 계획 수정</vt:lpstr>
      <vt:lpstr>깃 허브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안병규(2024184016)</dc:creator>
  <cp:lastModifiedBy>안병규(2024184016)</cp:lastModifiedBy>
  <cp:revision>4</cp:revision>
  <dcterms:created xsi:type="dcterms:W3CDTF">2025-09-29T14:15:02Z</dcterms:created>
  <dcterms:modified xsi:type="dcterms:W3CDTF">2025-11-12T10:48:09Z</dcterms:modified>
</cp:coreProperties>
</file>